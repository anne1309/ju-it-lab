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Kanit Light" panose="020B0604020202020204" charset="-34"/>
      <p:regular r:id="rId14"/>
    </p:embeddedFont>
    <p:embeddedFont>
      <p:font typeface="Martel San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70" y="-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3821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90825"/>
            <a:ext cx="56890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Dynamic Programming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83976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Efficient Problem Solving Through Optimal Substructure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Anuska Nath | 002311001003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07587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Information Technology - UG3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4DFF0B-AD8A-3796-C923-A71D985DA1E0}"/>
              </a:ext>
            </a:extLst>
          </p:cNvPr>
          <p:cNvSpPr/>
          <p:nvPr/>
        </p:nvSpPr>
        <p:spPr>
          <a:xfrm>
            <a:off x="12712390" y="7582829"/>
            <a:ext cx="1918010" cy="646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3317"/>
            <a:ext cx="79349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is Dynamic Programming?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76331"/>
            <a:ext cx="529292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Dynamic Programming solves problems by storing solutions of smaller subproblems and reusing them.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369112"/>
            <a:ext cx="529292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Dynamic Programming (DP) is a powerful algorithmic technique that solves complex problems by breaking them into simpler overlapping subproblems. It stores solutions to subproblems to avoid redundant computations, dramatically improving efficiency.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750600"/>
            <a:ext cx="529292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Key characteristics: </a:t>
            </a: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optimal substructure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(optimal solution contains optimal solutions to subproblems) and </a:t>
            </a: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overlapping subproblems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(same subproblems solved multiple times).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736" y="2541151"/>
            <a:ext cx="7196376" cy="41961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B738F29-9251-4244-55D3-733BBDA5520F}"/>
              </a:ext>
            </a:extLst>
          </p:cNvPr>
          <p:cNvSpPr/>
          <p:nvPr/>
        </p:nvSpPr>
        <p:spPr>
          <a:xfrm>
            <a:off x="12712390" y="7582829"/>
            <a:ext cx="1918010" cy="646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42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Two Approaches to DP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26625"/>
            <a:ext cx="6407944" cy="4338638"/>
          </a:xfrm>
          <a:prstGeom prst="roundRect">
            <a:avLst>
              <a:gd name="adj" fmla="val 219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76105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948107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668316"/>
            <a:ext cx="31471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Top-Down (Memoization)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158734"/>
            <a:ext cx="59390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Solve problem recursively, storing results of subproblems in a cache. Check cache before computing to avoid redundant work.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28224" y="5383530"/>
            <a:ext cx="593907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Intuitive and natural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Lazy evaluation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Uses recursion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2526625"/>
            <a:ext cx="6408063" cy="4338638"/>
          </a:xfrm>
          <a:prstGeom prst="roundRect">
            <a:avLst>
              <a:gd name="adj" fmla="val 219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62982" y="276105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2948107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62982" y="3668316"/>
            <a:ext cx="30143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Bottom-Up (Tabulation)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662982" y="4158734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Build solutions iteratively from smallest subproblems to the final solution. Fill table systematically.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7662982" y="5020628"/>
            <a:ext cx="5939195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Space efficient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recursion overhead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Iterative approach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4A56FB-8C0F-B945-C4B0-ABD26CB65701}"/>
              </a:ext>
            </a:extLst>
          </p:cNvPr>
          <p:cNvSpPr/>
          <p:nvPr/>
        </p:nvSpPr>
        <p:spPr>
          <a:xfrm>
            <a:off x="12712390" y="7582829"/>
            <a:ext cx="1918010" cy="646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33770"/>
            <a:ext cx="7589520" cy="1387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Fibonacci Series: The Classic Example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777240" y="2347674"/>
            <a:ext cx="7589520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Fibonacci sequence demonstrates DP beautifully—each number is the sum of the two preceding ones: F(n) = F(n-1) + F(n-2).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77240" y="3295174"/>
            <a:ext cx="222052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77240" y="3642122"/>
            <a:ext cx="3686056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814048"/>
            <a:ext cx="3186946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Naive Recursive Approach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777240" y="4291489"/>
            <a:ext cx="3686056" cy="105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O(2^n) time complexity—exponential growth with massive redundancy in calculations.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680704" y="3295174"/>
            <a:ext cx="222052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680704" y="3642122"/>
            <a:ext cx="3686056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1" name="Text 8"/>
          <p:cNvSpPr/>
          <p:nvPr/>
        </p:nvSpPr>
        <p:spPr>
          <a:xfrm>
            <a:off x="4680704" y="3814048"/>
            <a:ext cx="2776180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DP with Memoization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4680704" y="4291489"/>
            <a:ext cx="3686056" cy="105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O(n) time, O(n) space—store computed values, eliminate redundant recursive calls.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77240" y="5729883"/>
            <a:ext cx="222052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77240" y="6076831"/>
            <a:ext cx="7589520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6248757"/>
            <a:ext cx="2776180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Optimized Tabulation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777240" y="6726198"/>
            <a:ext cx="7589520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O(n) time, O(1) space—iterative solution using only two variables to track previous values.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231" y="620316"/>
            <a:ext cx="6163032" cy="598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Visualizing Fibonacci with DP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07231" y="1623060"/>
            <a:ext cx="239410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Without DP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07231" y="2083951"/>
            <a:ext cx="6374368" cy="565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Tree diagram shows exponential growth of redundant recursive calls. Same subproblems calculated repeatedly.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556421" y="1623060"/>
            <a:ext cx="239410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With DP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556421" y="2083951"/>
            <a:ext cx="6374368" cy="565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Linear path shows efficient computation. Each subproblem solved exactly once and stored for future reference.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31" y="2976682"/>
            <a:ext cx="13215938" cy="4168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423" y="4567928"/>
            <a:ext cx="2314730" cy="357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Recursion Tree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463423" y="5026982"/>
            <a:ext cx="2314730" cy="52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Exponential redundant calls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627563" y="4389231"/>
            <a:ext cx="2314730" cy="71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Overlapping Subproblems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4627563" y="5205680"/>
            <a:ext cx="2314730" cy="52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Same nodes recomputed often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02750" y="4567928"/>
            <a:ext cx="2314730" cy="357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Linear DP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7702750" y="5026982"/>
            <a:ext cx="2314730" cy="52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Each subproblem computed once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828768" y="4567928"/>
            <a:ext cx="2314729" cy="357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Memoization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0828768" y="5026982"/>
            <a:ext cx="2314729" cy="52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Stores results for reuse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07231" y="7326630"/>
            <a:ext cx="13215938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dramatic difference in computational efficiency is immediately apparent when visualizing both approaches side by side.</a:t>
            </a:r>
            <a:endParaRPr lang="en-US" sz="15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85185D-0F2E-EA04-09F7-8BC047F6AEC0}"/>
              </a:ext>
            </a:extLst>
          </p:cNvPr>
          <p:cNvSpPr/>
          <p:nvPr/>
        </p:nvSpPr>
        <p:spPr>
          <a:xfrm>
            <a:off x="12712390" y="7582829"/>
            <a:ext cx="1918010" cy="646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37084"/>
            <a:ext cx="56885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Knapsack Problem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48602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Given a knapsack with capacity </a:t>
            </a: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and </a:t>
            </a: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items, each with weight </a:t>
            </a: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wᵢ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and value </a:t>
            </a: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vᵢ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maximize total value without exceeding weight capacity.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466981"/>
            <a:ext cx="7556421" cy="173081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37484" y="37242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Decision at Each Item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37484" y="4214693"/>
            <a:ext cx="70418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Include or exclude current item based on which choice yields higher value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24607"/>
            <a:ext cx="7556421" cy="1367909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484" y="5681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State Definition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37484" y="6172319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DP[i][w] = maximum value using first i items with weight limit w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5A3B49-2C1D-0AB5-4570-88ADE8330ECE}"/>
              </a:ext>
            </a:extLst>
          </p:cNvPr>
          <p:cNvSpPr/>
          <p:nvPr/>
        </p:nvSpPr>
        <p:spPr>
          <a:xfrm>
            <a:off x="12712390" y="7582829"/>
            <a:ext cx="1918010" cy="646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9098" y="1057870"/>
            <a:ext cx="6283404" cy="564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Knapsack: Building the Solution</a:t>
            </a: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9098" y="1838920"/>
            <a:ext cx="542330" cy="1143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05493" y="2019657"/>
            <a:ext cx="2259806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Initialize Base Cases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805493" y="2388513"/>
            <a:ext cx="719220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DP[0][w] = 0 for all w (no items means zero value)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203" y="3067645"/>
            <a:ext cx="542330" cy="1143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76599" y="3248382"/>
            <a:ext cx="2259806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Iterate Through Items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7076599" y="3617238"/>
            <a:ext cx="6921103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For each item, consider both inclusion and exclusion scenarios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428" y="4296370"/>
            <a:ext cx="542330" cy="1143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47823" y="4477107"/>
            <a:ext cx="2633543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Apply Recurrence Relation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7347823" y="4845963"/>
            <a:ext cx="6649879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DP[i][w] = max(DP[i-1][w], DP[i-1][w-wᵢ] + vᵢ)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7347823" y="5192197"/>
            <a:ext cx="6649879" cy="56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DP[i-1][w] → item not included 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DP[i-1][w-wi] + vi → item included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652" y="6086951"/>
            <a:ext cx="542330" cy="11430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19048" y="6267688"/>
            <a:ext cx="2259806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Extract Final Answer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7619048" y="6636544"/>
            <a:ext cx="6378654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DP[n][W] contains maximum achievable value</a:t>
            </a:r>
            <a:endParaRPr 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3393A7-C464-DAF9-7516-8F55B9133D8B}"/>
              </a:ext>
            </a:extLst>
          </p:cNvPr>
          <p:cNvSpPr/>
          <p:nvPr/>
        </p:nvSpPr>
        <p:spPr>
          <a:xfrm>
            <a:off x="12712390" y="7582829"/>
            <a:ext cx="1918010" cy="646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369" y="619125"/>
            <a:ext cx="12529661" cy="69932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9FDFB3B-7399-120D-1DD9-1E9474278560}"/>
              </a:ext>
            </a:extLst>
          </p:cNvPr>
          <p:cNvSpPr/>
          <p:nvPr/>
        </p:nvSpPr>
        <p:spPr>
          <a:xfrm>
            <a:off x="12712390" y="7582829"/>
            <a:ext cx="1918010" cy="646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343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Complexity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1918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O(nW)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Time Complexity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4140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 items × W capacity states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01918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O(nW)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Space Complexity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454140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2D table storing all states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01918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O(W)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Optimized Space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454140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1D array using only previous row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59454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CFE2DE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473065"/>
            <a:ext cx="283488" cy="22681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30906" y="5442942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Key Insight:</a:t>
            </a:r>
            <a:r>
              <a:rPr lang="en-US" sz="17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Pseudo-polynomial time—efficient when W is reasonable but becomes impractical for large capacities.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FC7024-E1DD-4FD2-C0D5-16C16F0D764B}"/>
              </a:ext>
            </a:extLst>
          </p:cNvPr>
          <p:cNvSpPr/>
          <p:nvPr/>
        </p:nvSpPr>
        <p:spPr>
          <a:xfrm>
            <a:off x="12712390" y="7582829"/>
            <a:ext cx="1918010" cy="646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0036"/>
            <a:ext cx="60848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Real-World Applications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40244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Resource Allocation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Optimize budget distribution across projects, investment portfolio management, and capital budgeting decisions.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40244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Operations Research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743325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Solve cutting stock problems, cargo loading optimization, and production scheduling in manufacturing.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Bioinformatics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263640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Sequence alignment, protein folding prediction, and genetic sequence analysis algorithms.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Game Development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26364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AI decision trees, pathfinding optimization, and resource management in strategy games.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01F6CF-C03F-FFF5-45B6-181029AE639E}"/>
              </a:ext>
            </a:extLst>
          </p:cNvPr>
          <p:cNvSpPr/>
          <p:nvPr/>
        </p:nvSpPr>
        <p:spPr>
          <a:xfrm>
            <a:off x="12712390" y="7582829"/>
            <a:ext cx="1918010" cy="646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955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Takeaways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2444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2322314"/>
            <a:ext cx="29085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Store, Don't Recompute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2812733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Memoization eliminates redundant calculations by caching subproblem solutions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399216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30906" y="40700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Build Bottom-Up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30906" y="456045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Iterative tabulation often more efficient than recursive memoization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7398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30906" y="58177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Recognize Patterns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308169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Optimal substructure and overlapping subproblems signal DP applicability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676</Words>
  <Application>Microsoft Office PowerPoint</Application>
  <PresentationFormat>Custom</PresentationFormat>
  <Paragraphs>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Kanit Light</vt:lpstr>
      <vt:lpstr>Martel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Anuska Nath</cp:lastModifiedBy>
  <cp:revision>2</cp:revision>
  <dcterms:created xsi:type="dcterms:W3CDTF">2026-03-14T17:58:06Z</dcterms:created>
  <dcterms:modified xsi:type="dcterms:W3CDTF">2026-03-14T18:00:09Z</dcterms:modified>
</cp:coreProperties>
</file>